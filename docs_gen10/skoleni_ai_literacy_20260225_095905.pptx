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E-shop / Online obchod, Účetnictví / Finance, Zdravotnictví, Vzdělávání / Školství, Výroba / Průmysl, IT / Technologie, Stavebnictví, Doprava / Logistika, Restaurace / Gastronomie, Kadeřnictví / Kosmetika, Právní služby, Nemovitosti / Reality, Zemědělství, Jiné  •  Velikost firmy: 250+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25.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Martin Haynes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28 AI nástrojů: AI API Proxy (geminiproxy), AI Transparency Notice, AI služba: AI Chatbot, Google Analytics 4, Google Gemini Chatbot, Google Tag Manager a dalších 22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Martin Haynes (Jednatel / majitel (dohlížím osobně))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Gemini Chatbot  —  OMEZENÉ riziko  •  čl. 50 odst. 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služba: AI Chatbot  —  OMEZENÉ riziko  •  čl. 50 odst.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Transparency Notice  —  OMEZENÉ riziko  •  čl. 50 odst. 2 — transparenční povinnost (SPLNĚNA)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Analytics 4  —  Mimo klasifikaci riziko  •  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Meta Pixel  —  Mimo klasifikaci riziko  •  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API Proxy (geminiproxy)  —  Mimo klasifikaci riziko  •  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Tag Manager  —  Mimo klasifikaci riziko  •  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Heureka  —  Mimo klasifikaci riziko  •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postupujte dle interního Incident Response Plánu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POZOR: Identifikovány potenciálně zakázané AI praktiky — vyžadují okamžitou nápravu!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existuje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Cílová skupina: počet účastníků: 100+ osob, úroveň: Mix — různé úrovně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