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 Haynes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25.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Metodický pokyn pro školitele (Pouze pro vedení, neukazovat zaměstnancům)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Jak zamezit panice ohledně zakázaných systémů? Prezentace je nově rozdělena na moduly. Běžným zaměstnancům prezentujte pouze Moduly 1 až 3. Informace o zakázaných systémech a hrozbách pokut jsou přesunuty do Modulu 5, který je určen výhradně pro management.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Je školení bez zakázaných systémů v souladu se zákonem? Ano. Článek 4 AI Act vyžaduje AI gramotnost „odpovídající kontextu a roli“. Běžný zaměstnanec nepotřebuje znát strategická pochybení firmy, potřebuje vědět, jak AI bezpečně používat.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Školit i lidi ve výrobě a dopravě? Ano, základní povědomí (Modul 1) je nutné i pro ně, protože se s AI mohou setkat nepřímo (např. kamerové systémy, plánování tras). Prezentace nyní obsahuje příklady přímo z jejich praxe.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Titulní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Povinné školení dle čl. 4 Nařízení (EU) 2024/1689 (AI Act)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Obor: E-shop, Finance, Zdravotnictví, HR, IT, Výroba, Doprava a další | Velikost: 250+ zaměstnanců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 (Přizpůsobeno rolím)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1: Základy AI a rizika v našich odvětvích (Všichni zaměstnanci — 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2: Bezpečné používání AI v praxi (Všichni zaměstnanci — 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3: Interní pravidla a GDPR (Všichni zaměstnanci — 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4: Specifika pro HR a IT (Pouze dotčená oddělení — +15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5: Strategie a compliance (Důvěrné — pouze pro vedení společnosti)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Co je umělá inteligence (Modul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systém navržený k fungování s určitou mírou autonomie, který z přijatých vstupů odvozuje, jak generovat výstupy (čl. 3 odst. 1).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 (tvorba textu/grafiky), prediktivní modely (analýza dat), expertní systémy (rozhodování).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automatizace plní fixní pravidla (např. Google Tag Manager), AI se učí a odvozuje (např. dynamická cenotvorba Dynamic Yield).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Konkrétní příklad z naší praxe: Nástroj Sloneek pro HR využívá AI k analýze kandidátů, což je kvalitativně jiný proces než běžné fulltextové vyhledávání v životopisech.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EU AI Act v kostce (Modul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lidských práv, zdraví a bezpečnosti před riziky algoritmů.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pro většinu našich systémů (HR, finance) nastává 2. 8. 2026. Datum 2. 8. 2027 se týká pouze specifických systémů dle Přílohy I (např. zdravotnické prostředky, stroje).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jsou nelegální od 2. 2. 2025. Firma, která tyto systémy provozuje, je od tohoto data v porušení zákona.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povinné pro všechny zaměstnance od 2. 2.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 (Modul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NEPŘIJATELNÉ — absolutní zákaz (sociální skórování, manipulace, biometrie v reálném čase).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VYSOKÉ RIZIKO — přísné povinnosti, posouzení shody, lidský dohled (HR nábor, kreditní skórování, kritická infrastruktura).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OMEZENÉ RIZIKO — povinnost transparentnosti, uživatel musí vědět, že jedná s AI (chatboty, generovaný obsah).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RIZIKO — bez specifických zákonných povinností (běžné spam filtry).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v našich odvětvích (Modul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E-shop a Finance: Doporučování produktů, dynamická cenotvorba, kreditní skórování (CRIF) — vysoké riziko vyžadující transparentnost.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Zdravotnictví: AI diagnostika a analýza pacientských dat spadá pod vysoké riziko (Příloha III bod 5b).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Stavebnictví a Výroba: Kamerový dohled s AI pro bezpečnost práce, prediktivní údržba průmyslových strojů.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Doprava a Logistika: Autonomní systémy ve vozidlech (bezpečnostní komponenty), GPS sledování a optimalizace tras.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Bezpečné používání AI v praxi (Modul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používejte jako asistenta, nikoliv jako neomylný zdroj faktů.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nevkládat: rodná čísla, zdravotní dokumentaci, neanonymizované finanční výkazy, zdrojové kódy obsahující hesla (API klíče).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Pozor na automation bias (přílišná důvěra v AI): Pokud AI (např. Sloneek nebo CRIF) doporučí zamítnutí kandidáta či úvěru, musíte důvody aktivně přezkoumat. Nestačí jen kliknout „Potvrdit“. Zákon vyžaduje skutečný lidský dohled (čl. 14 odst. 4).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incidentů: Závažný incident (např. diskriminace, únik dat, chybné rozhodnutí s dopadem na osobu) nahlaste Martinu Haynesovi do 24 hodin. Firma má zákonnou lhůtu 15 dní na hlášení dozorové autoritě (čl. 73 AI Act).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(Modul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plně pravidla GDPR (čl. 5 a čl. 6).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pro monitorování zaměstnanců nebo profilování klientů je nutný jasný právní základ (často souhlas nebo oprávněný zájem podložený testem proporcionality).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 na ochranu osobních údajů) — povinné pro naše vysoce rizikové AI systémy (HR, skórování, monitoring).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 — klient má právo vědět, proč mu AI zamítla reklamaci nebo úvěr.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nástrojů jako Freshdesk AI nebo Zendesk AI předávejte jen nezbytné minimum klientských dat.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Interní pravidla a Registr AI (Modul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systémů: Obsahuje seznam všech 36 schválených AI nástrojů, jejich rizikovou kategorii a odpovědnou osobu. Pokud začnete používat nový AI nástroj, nahlaste ho Martinu Haynesovi k zapsání. Neoprávněné nasazení je porušením interní politiky.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Posouzení dopadu na základní práva (FRIA): Před nasazením AI systému, který rozhoduje o zákaznících (reklamace, přístup ke službám), provádí vedení posouzení dle čl. 27 AI Act. Vy jako zaměstnanci musíte hlásit, pokud AI systém rozhoduje způsobem, který se zdá nespravedlivý.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Martin Haynes (jednatel, dohlíží osobně).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Specifika pro HR a IT (Modul 4 — Pouze dotčená oddělení)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HR (Transparentnost vůči kandidátům): Při náboru prostřednictvím Teamio nebo LinkedIn Recruiter musíte kandidáty informovat, že jejich profil je hodnocen AI systémem (čl. 50). Vzor oznámení do inzerátů je součástí interní AI politiky.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IT / Vývoj (Povinnosti GPAI): Pokud integrujeme API od OpenAI, Anthropic nebo Google do vlastních produktů, stáváme se poskytovatelem s povinnostmi dle čl. 51–54 AI Act. Od 2. 8. 2025 musíme zajistit transparentnost a technickou dokumentaci.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IT / Provoz (Logování): Logy z AI systémů rozhodujících o lidech musí být uchovávány minimálně 6 měsíců (čl. 19 odst. 1 AI Act). Každé rozhodnutí musí být zaznamenáno s datem, vstupními daty a výstupem.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DŮVĚRNÉ: Zakázané praktiky a rizika (Modul 5 — Pouze vedení)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vlastní html ZAKÁZANÉ — Sociální skórování (čl. 5). Jsou nelegální od 2. 2. 2025. Nutné okamžité ukončení provozu. Pokuta až 35 mil. EUR.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vlastní kód ZAKÁZANÉ / VYSOKÉ — Rozpoznávání emocí na pracovišti a biometrie v reálném čase. Jsou nelegální od 2. 2. 2025. Nutný okamžitý audit a odstavení zakázaných funkcí.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pospa ing. VYSOKÉ — Kritická infrastruktura. Vyžaduje posouzení shody a registraci u NÚKIB do 2. 8. 2026.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Sloneek / Teamio / CRIF VYSOKÉ — HR systémy a kreditní skórování. Vyžadují striktní lidský dohled a právo na vysvětlení.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DŮVĚRNÉ: Naše konkrétní povinnosti (Modul 5 — Pouze vedení)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[VYŽADUJE AKCI] Ukončení zakázaných praktik: Systémy „vlastní html“ a „vlastní kód“ jsou v rozporu s čl. 5. Zákonná lhůta uplynula 2. 2. 2025. Firma je v prodlení.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[SPLNĚNO] Incident Response Plán: Plán je zaveden a připraven k použití.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[SPLNĚNO] Registr AI systémů: Zajištěno v rámci Compliance Kitu.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[SPLNĚNO] Smlouvy s dodavateli: Máme uzavřeny DPA/SLA smlouvy pokrývající AI.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[SPLNĚNO] Školení AI gramotnosti: Realizací tohoto školení plníme povinnost dle čl. 4.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[SPLNĚNO] Lidský dohled a logování: Zaměstnanci mají možnost AI overridovat a logy jsou uchovávány.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Shrnutí a evidence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gramotnost je zákonná povinnost, která je již v platnosti.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Opakujte toto školení 1× ročně jako refresher.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Dodržujte interní AI politiku a do veřejných AI nevkládejte firemní tajemství ani osobní údaje.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Při nejistotě se obraťte na odpovědnou osobu za AI (Martin Haynes).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Evidence školení: Pro prokázání splnění zákonné povinnosti (čl. 4 AI Act) prosím podepište prezenční listinu (Jméno, oddělení, datum, podpis), která právě koluje, případně potvrďte svou účast v interním HR systému.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info@desperados-design.cz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