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468880"/>
            <a:ext cx="27432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1F5F9"/>
                </a:solidFill>
                <a:latin typeface="Calibri"/>
              </a:defRPr>
            </a:pPr>
            <a:r>
              <a:t>Školení AI Literacy — Martin Haynes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Školení AI gramotnosti dle čl. 4 Nařízení (EU) 2024/1689  •  Obor: E-shop / Online obchod, Účetnictví / Finance, Zdravotnictví, Vzdělávání / Školství, Výroba / Průmysl, IT / Technologie, Stavebnictví, Doprava / Logistika, Restaurace / Gastronomie, Kadeřnictví / Kosmetika, Právní služby, Nemovitosti / Reality, Zemědělství, Jiné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Vygenerováno: 24. 02. 2026  •  Rozsah: 2–3 hodiny  •  Cílová skupina: Všichni zaměstnanci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Obsah školení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1. Co je umělá inteligence a jak funguje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2. EU AI Act — nová regulace AI v Evropě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3. Kategorie rizik AI systémů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4. Zakázané AI praktiky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5. AI systémy v Martin Haynes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6. Přehled rizik nalezených AI systémů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7. Bezpečné používání AI v praxi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8. AI a ochrana osobních údajů (GDPR)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9. Naše povinnosti a další kroky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Co je umělá inteligence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= software, který se učí z dat a generuje výstupy (text, rozhodnutí, predikce)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Generativní AI — ChatGPT, Claude, Gemini: tvorba textu, kódu, obrázků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Prediktivní AI — doporučovací systémy, spam filtry, credit scoring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NENÍ vševědoucí — může halucinovat (vytvářet nesprávné informace)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NENÍ autonomní — za výstupy AI vždy odpovídá člověk (provozovatel)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POZOR: Každý zaměstnanec, který používá AI nástroj, musí rozumět jeho limitům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EU AI Act — nová regulace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Nařízení (EU) 2024/1689 — první zákon na světě regulující umělou inteligenci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Plná účinnost: 2. srpna 2026 — firmy se musí připravit TEĎ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Povinnost AI gramotnosti (čl. 4) — platí od 2. 2. 2025 pro VŠECHNY firmy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Týká se NÁS jako nasazovatele (deployer) — používáme AI ve svých procesech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Transparentnost: uživatelé musí vědět, že komunikují s AI (čl. 50)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Pokuty za nesplnění: až 35 mil. EUR nebo 7 % celosvětového obratu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4 kategorie rizik AI systémů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🔴 NEPŘIJATELNÉ RIZIKO — zcela zakázáno (social scoring, manipulace, biometrie v reálném čase)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🟠 VYSOKÉ RIZIKO — přísná regulace, DPIA, logging, lidský dohled (HR nábor, zdravotnictví, justice)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🟡 OMEZENÉ RIZIKO — povinnost transparentnosti (chatboty, deepfakes, generovaný obsah)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🟢 MINIMÁLNÍ RIZIKO — bez specifických povinností (spam filtry, doporučovací algoritmy)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Kategorizace závisí na ÚČELU použití, ne na technologii samotné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Zakázané AI praktiky (čl. 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Social scoring — hodnocení lidí na základě sociálního chování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Manipulativní AI — podprahové ovlivňování rozhodnutí osob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Biometrická identifikace v reálném čase na veřejných prostranstvích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Prediktivní policing — predikce kriminality na základě profilingu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Emotion recognition na pracovišti nebo ve školství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Scraping obličejů z internetu pro vytváření databází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V naší firmě byly identifikovány potenciálně problematické praktiky — viz Compliance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systémy v Martin Haynes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Používáme 28 AI nástrojů: AI API Proxy (geminiproxy), AI Transparency Notice, AI služba: AI Chatbot, Google Analytics 4, Google Gemini Chatbot, Google Tag Manager a dalších 22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Odpovědná osoba za AI: Martin Haynes (Jednatel / majitel (dohlížím osobně))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Registr AI systémů — veden v rámci Compliance Kitu od AIshield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Interní AI politika — pravidla pro používání AI v naší firmě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Incident Response Plán — co dělat, když AI způsobí problém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Monitoring plán — průběžné sledování výkonnosti a rizik AI systémů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systémy v naší firmě — přehled rizik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6248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Google Gemini Chatbot  —  OMEZENÉ riziko  •  čl. 50 odst. 1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56540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AI služba: AI Chatbot  —  OMEZENÉ riziko  •  čl. 50 odst. 1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06832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AI Transparency Notice  —  OMEZENÉ riziko  •  čl. 50 odst. 2 — transparenční povinnost (SPLNĚNA)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571240"/>
            <a:ext cx="137160" cy="13716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20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Google Analytics 4  —  none riziko  •  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074160"/>
            <a:ext cx="137160" cy="13716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Meta Pixel  —  none riziko  •  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577080"/>
            <a:ext cx="137160" cy="13716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526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AI API Proxy (geminiproxy)  —  none riziko  •  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080000"/>
            <a:ext cx="137160" cy="13716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Google Tag Manager  —  none riziko  •  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582920"/>
            <a:ext cx="137160" cy="13716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Heureka  —  none riziko  •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Bezpečné používání AI v praxi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NIKDY do AI nevkládejte: osobní údaje, hesla, interní smlouvy, finanční data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Vždy ověřujte výstupy AI — AI může halucinovat a generovat nepravdivé informace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Označujte AI-generovaný obsah — transparentnost vůči kolegům i zákazníkům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Nepoužívejte AI pro rozhodování o lidech bez lidského přezkumu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Automation bias: nekritické přijímání výstupů AI je nejčastější chyba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Incident s AI → postupujte dle interního Incident Response Plánu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a ochrana osobních údajů (GDPR)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zpracovává osobní údaje — platí GDPR v plném rozsahu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Právní základ zpracování: souhlas, oprávněný zájem, plnění smlouvy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DPIA (posouzení vlivu na soukromí) — povinné pro AI s vysokým rizikem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Právo subjektu na vysvětlení automatizovaného rozhodnutí (čl. 22 GDPR)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Minimalizace dat — do AI zadávejte jen nezbytně nutné informace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Naše AI systémy zpracovávají osobní údaje — zvýšená pozornost!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Naše povinnosti a další kroky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🔴 Identifikovány potenciálně zakázané praktiky — vyžadují okamžitou nápravu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Incident Response Plán je připraven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Registr AI systémů je veden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Smlouvy s dodavateli AI jsou uzavřeny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Školení AI gramotnosti probíhá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Dokumenty vygenerované platformou AIshield.cz jsou vytvořeny na základě automatizované analýzy a informací poskytnutých klientem.</a:t>
            </a:r>
            <a:br/>
            <a:br/>
            <a:r>
              <a:t>AIshield.cz poskytuje compliance dokumentaci jako technickou pomůcku pro splnění požadavků Nařízení (EU) 2024/1689 (AI Act), nikoliv jako právní poradenství ve smyslu zák. č. 85/1996 Sb.</a:t>
            </a:r>
            <a:br/>
            <a:br/>
            <a:r>
              <a:t>info@aishield.cz  •  +420 732 716 141  •  Martin Haynes, IČO: 17889251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