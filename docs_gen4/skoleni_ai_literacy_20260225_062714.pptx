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Neznámá firma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Školení AI gramotnosti dle čl. 4 Nařízení (EU) 2024/1689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25.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Obsah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1. Co je umělá inteligence a jak funguje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2. EU AI Act — nová regulace AI v Evropě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3. Kategorie rizik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4. Zakázané AI praktiky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5. AI systémy v Neznámá firma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6. Přehled rizik nalezených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7. Bezpečné používání AI v praxi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8. AI a ochrana osobních údajů (GDPR)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9. Naše povinnosti a další kroky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= software, který se učí z dat a generuje výstupy (text, rozhodnutí, predikce)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Generativní AI — ChatGPT, Claude, Gemini: tvorba textu, kódu, obrázků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AI — doporučovací systémy, spam filtry, credit scoring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vševědoucí — může halucinovat (vytvářet nesprávné informace)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autonomní — za výstupy AI vždy odpovídá člověk (provozovatel)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POZOR: Každý zaměstnanec, který používá AI nástroj, musí rozumět jeho limitům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— nová regulace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první zákon na světě regulující umělou inteligenci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Plná účinnost: 2. srpna 2026 — firmy se musí připravit TEĎ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platí od 2. 2. 2025 pro VŠECHNY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Týká se NÁS jako nasazovatele (deployer) — používáme AI ve svých procesech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Transparentnost: uživatelé musí vědět, že komunikují s AI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 za nesplnění: až 35 mil. EUR nebo 7 % celosvětového obratu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systémů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RIZIKO — zcela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regulace, DPIA, logging, lidský dohled (HR nábor,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povinnost transparentnosti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specifických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Kategorizace závisí na ÚČELU použití, ne na technologii samotné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sociálního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 osob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veřejných prostranstvích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— predikce kriminality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nebo ve školství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Scraping obličejů z internetu pro vytváření databází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Neznámá firma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 webu firmy bylo detekováno 0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bude jmenována vedením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veden v rámci Compliance Kitu od AIshield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pravidla pro používání AI v naší firmě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Response Plán — co dělat, když AI způsobí problém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Monitoring plán — průběžné sledování výkonnosti a rizik AI systémů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Žádné AI systémy nebyly detekovány na webu firmy.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NIKDY do AI nevkládejte: osobní údaje, hesla, interní smlouvy, finanční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Vždy ověřujte výstupy AI — AI může halucinovat a generovat nepravdivé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Označujte AI-generovaný obsah — transparentnost vůči kolegům i zákazníkům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Nepoužívejte AI pro rozhodování o lidech bez lidského přezkumu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Automation bias: nekritické přijímání výstupů AI je nejčastější chyba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s AI → nahlaste vedení nebo odpovědné osobě za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 v plném rozsahu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 zpracování: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soukromí)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subjektu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zadávejte jen nezbytně nutné informace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Naše povinnosti a další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— dodán v Compliance Kitu, implementovat do procesů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— dodán v Compliance Kitu, průběžně aktualizovat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— uzavřít zpracovatelské smlouvy (DPA)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— právě probíhá (tato prezentace)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Neznámá firma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