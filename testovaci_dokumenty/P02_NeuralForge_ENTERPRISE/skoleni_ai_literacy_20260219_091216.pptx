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NeuralForge Technologies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IT / Technologie  •  Velikost firmy: 250+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NeuralForge Technologies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13 AI nástrojů: develops_own_ai, modifies_ai_purpose, uses_ai_accounting, uses_ai_chatbot, uses_ai_content, uses_ai_decision a dalších 7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Ing. Tomáš Říha (Tým / komise AI governance)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uses_copilot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uses_ai_content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uses_deepfake  —  OMEZENÉ riziko  •  čl. 50 — transparentnost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uses_ai_recruitment  —  OMEZENÉ riziko  •  čl. 50 — transparentnost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uses_ai_employee_monitoring  —  OMEZENÉ riziko  •  čl. 50 — transparentnost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uses_ai_accounting  —  OMEZENÉ riziko  •  čl. 50 — transparentnost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uses_ai_chatbot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postupujte dle interního Incident Response Plánu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POZOR: Identifikovány potenciálně zakázané AI praktiky — vyžadují okamžitou nápravu!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existuje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Cílová skupina: počet účastníků: 100+ osob, úroveň: Mix — různé úrovně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