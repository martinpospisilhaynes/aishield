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Martina Nováková — Kadeřnictví Martina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Kadeřnictví / Kosmetika  •  Velikost firmy: Jen já (OSVČ)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Martina Nováková — Kadeřnictví Martina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2 AI nástrojů: uses_ai_content, uses_chatgpt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uses_ai_content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Některá data mohou být uložena mimo EU — ověřte transfer mechanismy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chybí — ošetřit zpracovatelské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