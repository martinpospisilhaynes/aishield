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METRO Reality a.s.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Nemovitosti / Reality  •  Velikost firmy: 50–249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METRO Reality a.s.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8 AI nástrojů: develops_own_ai, uses_ai_accounting, uses_ai_chatbot, uses_ai_content, uses_ai_decision, uses_ai_email_auto a dalších 2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uses_ai_content  —  OMEZENÉ riziko  •  čl. 50 — transparentnost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uses_ai_recruitment  —  OMEZENÉ riziko  •  čl. 50 — transparentnost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uses_ai_accounting  —  OMEZENÉ riziko  •  čl. 50 — transparentnost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uses_ai_chatbot  —  OMEZENÉ riziko  •  čl. 50 — transparentnost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uses_ai_email_auto  —  OMEZENÉ riziko  •  čl. 50 — transparentnost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uses_ai_decision  —  OMEZENÉ riziko  •  čl. 50 — transparentnost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develops_own_ai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Cílová skupina: počet účastníků: 21–50 osob, úroveň: Netechničtí (administrativa, obchod, marketing)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