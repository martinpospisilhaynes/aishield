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MediCare Plus s.r.o.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  •  Obor: Zdravotnictví  •  Velikost firmy: 10–49 zaměstnanců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19. 02. 2026  •  Rozsah: 2–3 hodiny  •  Cílová skupina: Všichni zaměstnanci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 — Co je umělá inteligence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 — EU AI Act v kostce (45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 — AI v naší firmě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 — Bezpečné používání AI v praxi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 — Naše povinnosti (15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6 — Test a certifikace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1 — Co je umělá inteligence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co to je a co to není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AI, prediktivní modely, expertní systémy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Příklady AI v každodenním životě (navigace, doporučení, chatboty)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jaký je rozdíl?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Demonstrace: live ukázka ChatGPT / 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2 — EU AI Act v kostce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práv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2. 8. 2026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co NESMÍME dělat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Povinnosti transparentnosti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proto jsme tady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—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 (HR nábor, credit scoring,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transparentnost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Pokuty: až 35 mil. EUR nebo 7 % celosvětového obratu firmy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veřejnosti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/ ve školství (výjimky: bezpečnost)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Vytváření databází obličejů ze scraping internetu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3 — AI v MediCare Plus s.r.o.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5 AI nástrojů: uses_ai_chatbot, uses_ai_decision, uses_ai_safety_component, uses_chatgpt, uses_gpai_api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 — přiřadit co nejdříve (povinnost dle čl. 14)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interní dokument (součást Compliance Kitu)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co smíme a co ne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Pravidla pro vkládání dat do AI nástrojů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uses_chatgpt  —  OMEZENÉ riziko  •  čl. 50 — transparentnost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uses_ai_chatbot  —  OMEZENÉ riziko  •  čl. 50 — transparentnost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83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uses_ai_decision  —  OMEZENÉ riziko  •  čl. 50 — transparentnost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7124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uses_ai_safety_component  —  OMEZENÉ riziko  •  čl. 50 — transparentnost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7416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uses_gpai_api  —  OMEZENÉ riziko  •  čl. 50 — transparentnost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4 — Bezpečné používání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jak správně a bezpečně používat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 (osobní údaje, hesla, smlouvy, interní data)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Ověřování výstupů AI — „trust but verify" (AI halucinuje)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Označování AI-generovaného obsahu pro transparentnost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 — komu a jak postupovat (stanovit odpovědnou osobu)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jen to, co je nezbytné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Naše AI systémy zpracovávají osobní údaje — zvýšená pozornost!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5 — Naše konkrétní povinnosti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Žádné zakázané AI praktiky nebyly identifikovány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Incident Response Plán chybí — nutno vytvořit (čl. 73)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Registr AI systémů chybí — nutno zavést (čl. 49)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Smlouvy s dodavateli AI jsou uzavřeny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Školení AI gramotnosti dosud neproběhlo — právě ho provádíme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6 — Test a certifikace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Krátký test (10 otázek) — ověření porozumění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skóre pro úspěšné absolvování: 70 %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Certifikát o absolvování školení (evidenční účely)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Uchovávejte evidenci minimálně 5 let (doporučení)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Tip: Opakujte školení 1× ročně jako refresher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