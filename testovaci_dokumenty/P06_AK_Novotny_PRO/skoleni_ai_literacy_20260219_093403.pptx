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468880"/>
            <a:ext cx="27432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1F5F9"/>
                </a:solidFill>
                <a:latin typeface="Calibri"/>
              </a:defRPr>
            </a:pPr>
            <a:r>
              <a:t>Školení AI Literacy — AK Novotný &amp; Partners s.r.o.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Povinné školení dle čl. 4 Nařízení (EU) 2024/1689 (AI Act)  •  Obor: Právní služby  •  Velikost firmy: 10–49 zaměstnanců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Vygenerováno: 19. 02. 2026  •  Rozsah: 2–3 hodiny  •  Cílová skupina: Všichni zaměstnanci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Agenda školení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1 — Co je umělá inteligence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2 — EU AI Act v kostce (45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3 — AI v naší firmě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4 — Bezpečné používání AI v praxi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5 — Naše povinnosti (15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6 — Test a certifikace (15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1 — Co je umělá inteligence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Definice AI — co to je a co to není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Typy AI: generativní AI, prediktivní modely, expertní systémy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Příklady AI v každodenním životě (navigace, doporučení, chatboty)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vs. automatizace — jaký je rozdíl?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Demonstrace: live ukázka ChatGPT / Claude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2 — EU AI Act v kostce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Proč EU reguluje AI — ochrana základních práv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Nařízení (EU) 2024/1689 — plná účinnost 2. 8. 2026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4 kategorie rizik: nepřijatelné → vysoké → omezené → minimální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Zakázané praktiky (čl. 5) — co NESMÍME dělat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Povinnosti transparentnosti (čl. 50)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 AI gramotnosti (čl. 4) — proto jsme tady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4 kategorie rizik AI 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🔴 NEPŘIJATELNÉ — zakázáno (social scoring, manipulace, biometrie v reálném čase)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🟠 VYSOKÉ RIZIKO — přísná regulace (HR nábor, credit scoring, zdravotnictví, justice)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🟡 OMEZENÉ RIZIKO — transparentnost (chatboty, deepfakes, generovaný obsah)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🟢 MINIMÁLNÍ RIZIKO — bez povinností (spam filtry, doporučovací algoritmy)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Pokuty: až 35 mil. EUR nebo 7 % celosvětového obratu firmy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Zakázané AI praktiky (čl.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Social scoring — hodnocení lidí na základě chování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Manipulativní AI — podprahové ovlivňování rozhodnutí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Biometrická identifikace v reálném čase na veřejnosti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Prediktivní policing na základě profilingu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Emotion recognition na pracovišti / ve školství (výjimky: bezpečnost)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Vytváření databází obličejů ze scraping internetu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3 — AI v AK Novotný &amp; Partners s.r.o.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Používáme 4 AI nástrojů: uses_ai_accounting, uses_ai_decision, uses_chatgpt, uses_copilot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Odpovědná osoba za AI — přiřadit co nejdříve (povinnost dle čl. 14)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Registr AI systémů — interní dokument (součást Compliance Kitu)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Interní AI politika — co smíme a co ne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Pravidla pro vkládání dat do AI nástrojů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systémy v naší firmě — přehled rizik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06248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uses_chatgpt  —  OMEZENÉ riziko  •  čl. 50 — transparentnost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56540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uses_copilot  —  OMEZENÉ riziko  •  čl. 50 — transparentnost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6832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uses_ai_accounting  —  OMEZENÉ riziko  •  čl. 50 — transparentnost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57124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uses_ai_decision  —  OMEZENÉ riziko  •  čl. 50 — transparentnost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4 — Bezpečné používání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ChatGPT / Claude / Copilot — jak správně a bezpečně používat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Co do AI NIKDY nevkládat (osobní údaje, hesla, smlouvy, interní data)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Ověřování výstupů AI — „trust but verify" (AI halucinuje)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Označování AI-generovaného obsahu pro transparentnost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Hlášení incidentů — komu a jak postupovat (stanovit odpovědnou osobu)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a ochrana osobních údajů (GDPR)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zpracovává osobní údaje — platí GDPR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Právní základ: souhlas, oprávněný zájem, plnění smlouvy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DPIA (posouzení vlivu) — povinné pro AI s vysokým rizikem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Právo na vysvětlení automatizovaného rozhodnutí (čl. 22 GDPR)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Minimalizace dat — do AI jen to, co je nezbytné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Naše AI systémy zpracovávají osobní údaje — zvýšená pozornost!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5 — Naše konkrétní povinnosti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Žádné zakázané AI praktiky nebyly identifikovány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Incident Response Plán chybí — nutno vytvořit (čl. 73)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Registr AI systémů chybí — nutno zavést (čl. 49)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Smlouvy s dodavateli AI jsou uzavřeny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Školení AI gramotnosti dosud neproběhlo — právě ho provádíme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6 — Test a certifikace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Krátký test (10 otázek) — ověření porozumění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Minimální skóre pro úspěšné absolvování: 70 %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Certifikát o absolvování školení (evidenční účely)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Uchovávejte evidenci minimálně 5 let (doporučení)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Tip: Opakujte školení 1× ročně jako refresher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Dokumenty vygenerované platformou AIshield.cz jsou vytvořeny na základě automatizované analýzy a informací poskytnutých klientem.</a:t>
            </a:r>
            <a:br/>
            <a:br/>
            <a:r>
              <a:t>AIshield.cz poskytuje compliance dokumentaci jako technickou pomůcku pro splnění požadavků Nařízení (EU) 2024/1689 (AI Act), nikoliv jako právní poradenství ve smyslu zák. č. 85/1996 Sb.</a:t>
            </a:r>
            <a:br/>
            <a:br/>
            <a:r>
              <a:t>info@aishield.cz  •  +420 732 716 141  •  Martin Haynes, IČO: 17889251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