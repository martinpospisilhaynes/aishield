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BioKrása.cz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E-shop / Online obchod  •  Velikost firmy: 10–49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BioKrása.cz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5 AI nástrojů: uses_ai_chatbot, uses_ai_content, uses_ai_email_auto, uses_chatgpt, uses_dynamic_pricing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přiřadit co nejdříve (povinnost dle čl. 14)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uses_chatgpt  —  OMEZENÉ riziko  •  čl. 50 — transparentnost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uses_ai_content  —  OMEZENÉ riziko  •  čl. 50 — transparentnost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uses_ai_chatbot  —  OMEZENÉ riziko  •  čl. 50 — transparentnost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uses_ai_email_auto  —  OMEZENÉ riziko  •  čl. 50 — transparentnost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uses_dynamic_pricing  —  OMEZENÉ riziko  •  čl. 50 — transparentnost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komu a jak postupovat (stanovit odpovědnou osobu)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Některá data mohou být uložena mimo EU — ověřte transfer mechanismy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chybí — nutno vytvořit (čl. 73)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chybí — nutno zavést (čl. 49)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Smlouvy s AI dodavateli chybí — ošetřit zpracovatelské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Školení AI gramotnosti dosud neproběhlo — právě ho provádíme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