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František Malý — Farma Zelený Kopec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Zemědělství  •  Velikost firmy: Jen já (OSVČ)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František Malý — Farma Zelený Kopec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Detekovány AI systémy na webu firmy (0 nálezů)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Žádné AI systémy nebyly detekovány na webu firmy.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Některá data mohou být uložena mimo EU — ověřte transfer mechanismy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chybí — ošetřit zpracovatelské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